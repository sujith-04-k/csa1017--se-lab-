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822960" cy="82296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297680"/>
            <a:ext cx="457200" cy="45720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023360"/>
            <a:ext cx="320040" cy="32004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577840"/>
            <a:ext cx="320040" cy="32004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6035040"/>
            <a:ext cx="457200" cy="45720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5120640"/>
            <a:ext cx="201168" cy="201168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104120" y="4709160"/>
            <a:ext cx="1005840" cy="82296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  <a:headEnd type="none"/>
          </a:ln>
        </p:spPr>
      </p:sp>
      <p:sp>
        <p:nvSpPr>
          <p:cNvPr id="9" name="Shape 7"/>
          <p:cNvSpPr/>
          <p:nvPr/>
        </p:nvSpPr>
        <p:spPr>
          <a:xfrm>
            <a:off x="10927080" y="4526280"/>
            <a:ext cx="548640" cy="109728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95560" y="5715000"/>
            <a:ext cx="960120" cy="548640"/>
          </a:xfrm>
          <a:prstGeom prst="line">
            <a:avLst/>
          </a:prstGeom>
          <a:noFill/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ON MODERN 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3172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and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51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 to understand and generate human language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46304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 ·  LLMs  ·  Transformers  · 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refers to artificial intelligence systems that create new, original content — text, images, audio, or code — rather than simply analyzing or classifying existing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029200" cy="2880360"/>
          </a:xfrm>
          <a:prstGeom prst="roundRect">
            <a:avLst>
              <a:gd name="adj" fmla="val 3810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DIFFERS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40480"/>
            <a:ext cx="4480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AI: predicts or classifies (spam vs. not spam)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produces brand-new content on request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massive datasets, then generates similar — but novel — output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20840" y="16916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0" y="192024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chat,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169164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738360" y="192024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383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♫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30175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music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41148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434340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▣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5074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440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Art, design, photos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11480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738360" y="434340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3836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5074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5440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scripts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Large Language Models?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neural network trained on vast amounts of text to predict the next word in a sequence. This simple objective, scaled to billions of parameters, produces systems that can converse, reason, and write with striking fluency.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38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hundreds of billions to trillions of words from books, websites, and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3799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adjustable weights capture grammar, facts, and reasoning patterns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82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General-purpose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2212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handles translation, summarization, coding, and conversation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1691640"/>
            <a:ext cx="4251960" cy="4343400"/>
          </a:xfrm>
          <a:prstGeom prst="roundRect">
            <a:avLst>
              <a:gd name="adj" fmla="val 301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680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NUMBERS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2128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100B+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in leading 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3429000"/>
            <a:ext cx="3566160" cy="0"/>
          </a:xfrm>
          <a:prstGeom prst="line">
            <a:avLst/>
          </a:prstGeom>
          <a:noFill/>
          <a:ln w="12700">
            <a:solidFill>
              <a:srgbClr val="4540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Trillions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096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words seen during training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4617720"/>
            <a:ext cx="3566160" cy="0"/>
          </a:xfrm>
          <a:prstGeom prst="line">
            <a:avLst/>
          </a:prstGeom>
          <a:noFill/>
          <a:ln w="12700">
            <a:solidFill>
              <a:srgbClr val="4540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4754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 → Today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Transformer paper to modern chat assistants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LLMs Work: The Transformer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is built on the Transformer architecture, which processes an entire sequence of text at once and learns which words matter most to each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7063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747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93192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small units (tokens) and mapped to numeric vectors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9272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77063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4747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393192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placed in a mathematical space that captures meaning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88152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89904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277063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45936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4747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393192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weighs how strongly each word relates to every other word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58784" y="3840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860536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16568" y="277063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16568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347472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16568" y="393192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computation output a probability for the next token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repeats across dozens of stacked layers before the final word is chosen.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DIALOGUE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Process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LLM happens in stages, moving from broad language understanding to safe, helpful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71700" y="2880360"/>
            <a:ext cx="7223760" cy="0"/>
          </a:xfrm>
          <a:prstGeom prst="line">
            <a:avLst/>
          </a:prstGeom>
          <a:noFill/>
          <a:ln w="50800">
            <a:solidFill>
              <a:srgbClr val="EDE9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560320"/>
            <a:ext cx="640080" cy="64008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516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grammar, facts, and reasoning by predicting text across huge web-scale 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63540" y="2560320"/>
            <a:ext cx="640080" cy="64008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635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60520" y="338328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4340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trained further on curated, high-quality examples for specific tasks or domains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2560320"/>
            <a:ext cx="640080" cy="64008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754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0" y="338328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95528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(RLHF)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0690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shapes the model toward helpful, honest, and safe responses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= Reinforcement Learning from Human Feedback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essays, emails, stories, and reports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0" y="169164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9392" y="194767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939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260604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297180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documents into key points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169164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54112" y="194767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5411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54112" y="260604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54112" y="297180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across dozens of languages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4632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21208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explain, and debug software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3360" y="39319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9392" y="418795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9392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484632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/ Chat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79392" y="521208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and hold conversations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98080" y="39319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312C7C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418795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54112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✱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754112" y="484632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Writing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754112" y="5212080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poetry, scripts, and ideas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Language Models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468880" cy="109728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2011680" cy="0"/>
          </a:xfrm>
          <a:prstGeom prst="line">
            <a:avLst/>
          </a:prstGeom>
          <a:noFill/>
          <a:ln w="12700">
            <a:solidFill>
              <a:srgbClr val="D6D0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918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ChatGPT; widely used for general assistance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73552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737360"/>
            <a:ext cx="2468880" cy="109728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02152" y="3108960"/>
            <a:ext cx="2011680" cy="0"/>
          </a:xfrm>
          <a:prstGeom prst="line">
            <a:avLst/>
          </a:prstGeom>
          <a:noFill/>
          <a:ln w="12700">
            <a:solidFill>
              <a:srgbClr val="D6D0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2152" y="32918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helpful, honest, and safe conversation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98464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98464" y="1737360"/>
            <a:ext cx="2468880" cy="109728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27064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7064" y="3108960"/>
            <a:ext cx="2011680" cy="0"/>
          </a:xfrm>
          <a:prstGeom prst="line">
            <a:avLst/>
          </a:prstGeom>
          <a:noFill/>
          <a:ln w="12700">
            <a:solidFill>
              <a:srgbClr val="D6D0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7064" y="32918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 integrated across Google products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23376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23376" y="1737360"/>
            <a:ext cx="2468880" cy="109728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51976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951976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51976" y="3108960"/>
            <a:ext cx="2011680" cy="0"/>
          </a:xfrm>
          <a:prstGeom prst="line">
            <a:avLst/>
          </a:prstGeom>
          <a:noFill/>
          <a:ln w="12700">
            <a:solidFill>
              <a:srgbClr val="D6D0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51976" y="329184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available weights for research and building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and versions are released frequently — the landscape evolves month to month.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Across Industries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tutoring, instant feedback, and study aids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069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records and supporting clinical 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486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852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reports, analyzing data, and automating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205740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coding, testing, and documentation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84048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069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chatbots that resolve common queries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623560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5486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Media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852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scriptwriting, design concepts, and marketing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149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83664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0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810512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generate confident but factually incorrect statements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0149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761488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883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688336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can reflect biases present in training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10149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639312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661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Compute Cost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566160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running large models demands significant energy and hardware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0149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517136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443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Reasoning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443984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multi-step logic and true understanding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48656"/>
            <a:ext cx="10149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39496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3218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Security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5321808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leaking sensitive data or being misused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365760" cy="36576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1280160"/>
            <a:ext cx="228600" cy="22860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1554480"/>
            <a:ext cx="274320" cy="274320"/>
          </a:xfrm>
          <a:prstGeom prst="ellipse">
            <a:avLst/>
          </a:prstGeom>
          <a:solidFill>
            <a:srgbClr val="312C7C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Ahead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that seamlessly combine text, image, audio, and video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more efficient models that run on everyday devices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alignment and safety research to reduce errors and misuse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5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integration into everyday tools, workflows, and education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146304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617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7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and LLMs are reshaping how we create, work, and communicate — understanding them is now a foundational skill.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2026-08-27T02:57:39Z</dcterms:created>
  <dcterms:modified xsi:type="dcterms:W3CDTF">2026-08-27T02:57:39Z</dcterms:modified>
</cp:coreProperties>
</file>